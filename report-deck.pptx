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(81/100)  ·  9 findings  ·  6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homepage lacks a clear value proposition and trust signals, and the site's technical foundation (missing viewport, metadata, security headers) undermines both conversion and trust. The single most valuable conversion mechanism is the primary call-to-action, which is currently generic ('Learn more') and unsupported by any social proof or clarity about the offering, bleeding value from every visit.</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1.9–8.4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All six standard security headers are missing, leaving the site vulnerable to common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Missing value proposition</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headline is a placeholder, so visitors have no idea what is offered or why it matters.</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No trust signals</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homepage lacks reviews, guarantees, or security badges, so first-time visitors have no reason to trust the site.</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Generic CTA without context</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only call-to-action 'Learn more' gives no indication of what will be learned or what action follows.</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due to missing or poor metadata, reducing organic traffic.</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security badge, so a first-time visitor has nothing 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value proposition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"This domain is for use in documentation examples without needing permission. Avoid use in operations."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page fails to state what is offered or why it is valuable, leaving visitors without a reason to engage.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trust signals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"This domain is for use in documentation examples without needing permission."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page contains no reviews, guarantees, security badges, or credibility indicators, leaving the primary decision point without social proof.</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Generic CTA without context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only call-to-action 'Learn more' gives no indication of what will be learned or what action follows, reducing clarity of the primary path.</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Missing value proposition</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Generic CTA without context</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No trust signals</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3" name="TextBox 12"/>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4" name="TextBox 13"/>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5" name="TextBox 14"/>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Missing trust signals above fold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